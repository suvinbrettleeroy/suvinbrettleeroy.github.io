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9" r:id="rId11"/>
    <p:sldId id="266" r:id="rId12"/>
    <p:sldId id="267" r:id="rId13"/>
    <p:sldId id="272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rriAI/litellm" TargetMode="External"/><Relationship Id="rId2" Type="http://schemas.openxmlformats.org/officeDocument/2006/relationships/hyperlink" Target="https://openai.com/research/gpt-4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42391" y="31139"/>
            <a:ext cx="7995669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729830" tIns="0" rIns="1036311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SMART BUDGET TRAVEL  APP USING PYTHON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Project Presentation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Submitted by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LAKSHMANAN R               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(23CU0320047)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SUVIN BRETTLEE ROY B       </a:t>
            </a:r>
            <a:r>
              <a:rPr kumimoji="0" lang="en-US" altLang="en-US" sz="16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23CU0320095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BR</a:t>
            </a: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IAN BENTON NELSON 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(23CU0320017)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Under the guidance of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DR. </a:t>
            </a: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T. SUDALAI MUTHU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 partial fulfillment  for the award of the degree    of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BACHELOR OF TECHNOLOGY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latin typeface="Arial" panose="020B0604020202020204" pitchFamily="34" charset="0"/>
              </a:rPr>
              <a:t>AI &amp; DS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2" name="image1.png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206" y="5097716"/>
            <a:ext cx="5645430" cy="11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295232" y="4158924"/>
            <a:ext cx="5384038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DEPARTMENT OF COMPUTER SCIENCE AND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b="1" dirty="0"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SCHOOL OF COMPUTING SCIENCES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19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latin typeface="Bahnschrift" panose="020B0502040204020203" pitchFamily="34" charset="0"/>
              </a:rPr>
              <a:t>			PROJECT SUMMARY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3C0009-401A-E050-32FD-6DF147974F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738900" indent="-342900" eaLnBrk="0" fontAlgn="base" hangingPunct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  <a:p>
            <a:pPr marL="396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Personalized Trip Planning Helps users plan their trip based on budget, destination, dates, and preferences.</a:t>
            </a:r>
          </a:p>
          <a:p>
            <a:pPr marL="396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6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.• Smart AI Travel Agents Uses AI experts for flights, hotels, and activities to suggest the best options.</a:t>
            </a:r>
          </a:p>
          <a:p>
            <a:pPr marL="396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6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 and Easy Interface Simple forms, neat layout, and soft colors make it easy to use.</a:t>
            </a:r>
          </a:p>
          <a:p>
            <a:pPr marL="396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6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AI-Generated Itinerary Automatically creates day-wise travel plans with places to visit, stay, and explore.</a:t>
            </a:r>
          </a:p>
          <a:p>
            <a:pPr marL="396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6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Export &amp; Share Options Download plans as PDF or send them directly by email.</a:t>
            </a: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871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latin typeface="Bahnschrift" panose="020B0502040204020203" pitchFamily="34" charset="0"/>
              </a:rPr>
              <a:t>				Introduction</a:t>
            </a:r>
            <a:r>
              <a:rPr lang="en-US" sz="5400"/>
              <a:t>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✈ Introduction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AI Travel Buddy Turns your trip ideas into a full travel plan in just seconds using powerful AI.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Virtual Travel Experts Smart agents help you pick flights, hotels, and activities based on your needs.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Simple Trip Input Just enter your destination, travel dates, budget, and what you like — that’s it!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Instant Itinerary &amp; Suggestions Get the best travel, stay, and fun ideas all in one neat travel plan.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Export &amp; Share Easily Download your plan as a clean PDF or email it directly from the app.</a:t>
            </a:r>
          </a:p>
        </p:txBody>
      </p:sp>
    </p:spTree>
    <p:extLst>
      <p:ext uri="{BB962C8B-B14F-4D97-AF65-F5344CB8AC3E}">
        <p14:creationId xmlns:p14="http://schemas.microsoft.com/office/powerpoint/2010/main" val="693395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Bahnschrift" panose="020B0502040204020203" pitchFamily="34" charset="0"/>
              </a:rPr>
              <a:t>				Scope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62962620-0FEB-0265-E024-450443A8BC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540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🌍 Scope </a:t>
            </a:r>
          </a:p>
          <a:p>
            <a:pPr marL="540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Easy-to-Use Web App Designs travel plans based on your choices with a simple and clean interface.</a:t>
            </a:r>
          </a:p>
          <a:p>
            <a:pPr marL="540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AI-Based Suggestions Smart system recommends the best flights, hotels, and activities from your input.</a:t>
            </a:r>
          </a:p>
          <a:p>
            <a:pPr marL="540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Fast &amp; Accurate AI Built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Groq’s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 model through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LiteLLM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quick and smart planning.</a:t>
            </a:r>
          </a:p>
          <a:p>
            <a:pPr marL="540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PDF &amp; Email Sharing Download your travel plan as a neat PDF or share it via email in one click.</a:t>
            </a:r>
          </a:p>
          <a:p>
            <a:pPr marL="540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Future Add-ons</a:t>
            </a:r>
          </a:p>
          <a:p>
            <a:pPr marL="540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➤ Multi-city trip support</a:t>
            </a:r>
          </a:p>
          <a:p>
            <a:pPr marL="540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Live pricing updates</a:t>
            </a:r>
          </a:p>
          <a:p>
            <a:pPr marL="540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➤ Smarter day-wise plans</a:t>
            </a:r>
          </a:p>
          <a:p>
            <a:pPr marL="540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Works on All Devices Fully responsive – smooth experience on desktop, laptop, or mobile.</a:t>
            </a:r>
          </a:p>
          <a:p>
            <a:pPr marL="540000" indent="0" eaLnBrk="0" fontAlgn="base" hangingPunct="0">
              <a:spcBef>
                <a:spcPts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Data Privacy Your info is safe – secure handling of email and API data.</a:t>
            </a:r>
          </a:p>
        </p:txBody>
      </p:sp>
    </p:spTree>
    <p:extLst>
      <p:ext uri="{BB962C8B-B14F-4D97-AF65-F5344CB8AC3E}">
        <p14:creationId xmlns:p14="http://schemas.microsoft.com/office/powerpoint/2010/main" val="4224967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latin typeface="Bahnschrift" panose="020B0502040204020203" pitchFamily="34" charset="0"/>
              </a:rPr>
              <a:t>				Motivation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AA66FDF-788A-2D4A-273D-24215B299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3637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50400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🌟 Motivation</a:t>
            </a:r>
          </a:p>
          <a:p>
            <a:pPr marL="50400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Trip Planning is Time-Consuming While Planning a trip involves hours of research across many websites, making it stressful.</a:t>
            </a:r>
          </a:p>
          <a:p>
            <a:pPr marL="50400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Overwhelmed by Options Travelers struggle to compare flights, hotels, and activities while staying within their budget.</a:t>
            </a:r>
          </a:p>
          <a:p>
            <a:pPr marL="50400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 AI to Simplify the Process Artificial Intelligence can reduce the complexity of planning by offering faster, more accurate recommendations.</a:t>
            </a:r>
          </a:p>
          <a:p>
            <a:pPr marL="50400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 Project Goal Create a smart, interactive travel planner that generates customized itineraries based on user preferences.</a:t>
            </a:r>
          </a:p>
          <a:p>
            <a:pPr marL="50400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 Smart Travel Suggestions Uses advanced language models like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Groq’s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 via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LiteLLM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quick, personalized travel advice.</a:t>
            </a:r>
          </a:p>
        </p:txBody>
      </p:sp>
    </p:spTree>
    <p:extLst>
      <p:ext uri="{BB962C8B-B14F-4D97-AF65-F5344CB8AC3E}">
        <p14:creationId xmlns:p14="http://schemas.microsoft.com/office/powerpoint/2010/main" val="3101898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latin typeface="Bahnschrift" panose="020B0502040204020203" pitchFamily="34" charset="0"/>
              </a:rPr>
              <a:t>			Proposed Method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🚀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Web App The app will be built using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clean, responsive, and user-friendly design.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User Input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FormUsers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enter essential details like origin, destination, travel dates, budget, and preferences.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 AI Travel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AgentsFlight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Specialist: Suggests the best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flights.Accommodation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Expert: Recommends ideal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hotels.Activity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Planner: Plans exciting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activities.Each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 handles a different part of the travel plan.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 Smart AI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ModelUses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LiteLLM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Groq’s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to create personalized travel plans in seconds.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PDF Export &amp;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EmailUsers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easily download their itinerary as a PDF or send it via email directly from the app.</a:t>
            </a:r>
          </a:p>
        </p:txBody>
      </p:sp>
    </p:spTree>
    <p:extLst>
      <p:ext uri="{BB962C8B-B14F-4D97-AF65-F5344CB8AC3E}">
        <p14:creationId xmlns:p14="http://schemas.microsoft.com/office/powerpoint/2010/main" val="353149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latin typeface="Bahnschrift" panose="020B0502040204020203" pitchFamily="34" charset="0"/>
              </a:rPr>
              <a:t>			Module description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6774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🧳 Module Description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User Interface Built with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responsive, interactive design Collects user travel details Displays results in a clear, engaging way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🔹AI Agent System 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Flight Specialist: Finds the best flights 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Accommodation Expert: Suggests top hotels 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Activity Planner: Plans exciting things to do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LLM Integration Powered by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Groq’s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model via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LiteLLM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Delivers fast, accurate travel suggestions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🔹PDF Export Converts the itinerary into a neat, downloadable PDF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🔹Email Sharing Sends travel plans via email using SMTP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Session History Stores recent travel plans for quick access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🔹Configuration Module Manages API keys and user email settings securely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92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ahnschrift" panose="020B0502040204020203" pitchFamily="34" charset="0"/>
              </a:rPr>
              <a:t>			Sample Screenshots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11A3B4-584E-F159-C306-9789EAE10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797" y="1446848"/>
            <a:ext cx="3874966" cy="417163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94D7B0-6467-4D9D-950C-83E01A861AA4}"/>
              </a:ext>
            </a:extLst>
          </p:cNvPr>
          <p:cNvSpPr txBox="1"/>
          <p:nvPr/>
        </p:nvSpPr>
        <p:spPr>
          <a:xfrm>
            <a:off x="1625579" y="5892800"/>
            <a:ext cx="2499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 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C001A3-7F3E-4EEA-046E-D0F4CB198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71" y="1573126"/>
            <a:ext cx="4782217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4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827DE6-8745-4748-D969-1E948C752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90" y="914400"/>
            <a:ext cx="10038019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CDF9B0-470C-B805-7558-DF2F5562A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118525"/>
            <a:ext cx="10134600" cy="456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64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Bahnschrift" panose="020B0502040204020203" pitchFamily="34" charset="0"/>
              </a:rPr>
              <a:t>	   Testing and Evaluation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AEA3BA-DEE8-4CFB-4D26-35DB562D6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684764" cy="464290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🧪 Testing and Evaluation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🔹Feature Testing Test all core functionalities: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➤ Ensure user input forms work as expected.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➤ Verify AI suggestions (flights, hotels, activities) are accurate.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➤ Check PDF export and email sharing features for smooth operation.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User Experience Testing :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Collect user feedback to ensure the app is intuitive and easy to navigate.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🔹Speed and Performance :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Measure the response time of the AI model to ensure quick and efficient travel plan generation.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Evaluate the overall performance, ensuring there are no lags or delays in the app.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🔹Data Security Test how securely the app handles sensitive data (API keys, user emails).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🔹Device Compatibility Test :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The app’s responsiveness and functionality across multiple devices (smartphones, tablets, desktops).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Ensure that the design adapts well to different screen sizes for a seamless experience.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20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 dirty="0">
                <a:latin typeface="Bahnschrift" panose="020B0502040204020203" pitchFamily="34" charset="0"/>
              </a:rPr>
              <a:t>  Individual Team Members Contribution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LAKSHMANAN 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:(AI &amp; Backend Integration ) - Connected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Groq's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 Built Agent &amp; Tool classes for task distribution- Implemented multi-agent travel planning logic.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SUVIN BRETTLEE ROY 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(Features &amp; Functionality ) -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PDF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functionality- Created trip history tracking-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preferences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budget input, and form logic.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BENTON NELSON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(Deployment &amp; Testing ) - Handled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Render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Fixed module errors and setup issues- Performed functionality and usability testing.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060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D23CB-BA71-264B-84E6-EF37C1EC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/>
              <a:t>REFERNECE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B9F188-B1B6-6783-2DC6-D40BF31C23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OpenAI. (2023).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GPT-4 Technical Report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https://openai.com/research/gpt-4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Hugging Face. (2024).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 Model Documentation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https://huggingface.co/meta-llama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Inc. (2023).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https://docs.streamlit.io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LiteLLM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(2024).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LiteLLM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Unified API for LLMs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https://github.com/BerriAI/litellm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FPDF. (2022).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FPDF for Python: PDF generation library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https://pyfpdf.github.io/fpdf2/</a:t>
            </a:r>
          </a:p>
        </p:txBody>
      </p:sp>
    </p:spTree>
    <p:extLst>
      <p:ext uri="{BB962C8B-B14F-4D97-AF65-F5344CB8AC3E}">
        <p14:creationId xmlns:p14="http://schemas.microsoft.com/office/powerpoint/2010/main" val="1605172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Freeform: Shape 6150">
            <a:extLst>
              <a:ext uri="{FF2B5EF4-FFF2-40B4-BE49-F238E27FC236}">
                <a16:creationId xmlns:a16="http://schemas.microsoft.com/office/drawing/2014/main" id="{8DAAB828-02C8-4111-AC14-FF5ACEDDF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0"/>
            <a:ext cx="8797955" cy="6858000"/>
          </a:xfrm>
          <a:custGeom>
            <a:avLst/>
            <a:gdLst>
              <a:gd name="connsiteX0" fmla="*/ 1951386 w 8751613"/>
              <a:gd name="connsiteY0" fmla="*/ 0 h 6858000"/>
              <a:gd name="connsiteX1" fmla="*/ 6808636 w 8751613"/>
              <a:gd name="connsiteY1" fmla="*/ 0 h 6858000"/>
              <a:gd name="connsiteX2" fmla="*/ 6972292 w 8751613"/>
              <a:gd name="connsiteY2" fmla="*/ 272824 h 6858000"/>
              <a:gd name="connsiteX3" fmla="*/ 8684358 w 8751613"/>
              <a:gd name="connsiteY3" fmla="*/ 3126935 h 6858000"/>
              <a:gd name="connsiteX4" fmla="*/ 8684358 w 8751613"/>
              <a:gd name="connsiteY4" fmla="*/ 3731065 h 6858000"/>
              <a:gd name="connsiteX5" fmla="*/ 6813619 w 8751613"/>
              <a:gd name="connsiteY5" fmla="*/ 6849692 h 6858000"/>
              <a:gd name="connsiteX6" fmla="*/ 6808636 w 8751613"/>
              <a:gd name="connsiteY6" fmla="*/ 6858000 h 6858000"/>
              <a:gd name="connsiteX7" fmla="*/ 1951386 w 8751613"/>
              <a:gd name="connsiteY7" fmla="*/ 6858000 h 6858000"/>
              <a:gd name="connsiteX8" fmla="*/ 1787729 w 8751613"/>
              <a:gd name="connsiteY8" fmla="*/ 6585176 h 6858000"/>
              <a:gd name="connsiteX9" fmla="*/ 75663 w 8751613"/>
              <a:gd name="connsiteY9" fmla="*/ 3731065 h 6858000"/>
              <a:gd name="connsiteX10" fmla="*/ 75663 w 8751613"/>
              <a:gd name="connsiteY10" fmla="*/ 3126935 h 6858000"/>
              <a:gd name="connsiteX11" fmla="*/ 1946402 w 8751613"/>
              <a:gd name="connsiteY11" fmla="*/ 83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1613" h="6858000">
                <a:moveTo>
                  <a:pt x="1951386" y="0"/>
                </a:moveTo>
                <a:lnTo>
                  <a:pt x="6808636" y="0"/>
                </a:lnTo>
                <a:lnTo>
                  <a:pt x="6972292" y="272824"/>
                </a:lnTo>
                <a:cubicBezTo>
                  <a:pt x="8684358" y="3126935"/>
                  <a:pt x="8684358" y="3126935"/>
                  <a:pt x="8684358" y="3126935"/>
                </a:cubicBezTo>
                <a:cubicBezTo>
                  <a:pt x="8774032" y="3299544"/>
                  <a:pt x="8774032" y="3558457"/>
                  <a:pt x="8684358" y="3731065"/>
                </a:cubicBezTo>
                <a:cubicBezTo>
                  <a:pt x="7154297" y="6281764"/>
                  <a:pt x="6867411" y="6760019"/>
                  <a:pt x="6813619" y="6849692"/>
                </a:cubicBezTo>
                <a:lnTo>
                  <a:pt x="6808636" y="6858000"/>
                </a:lnTo>
                <a:lnTo>
                  <a:pt x="1951386" y="6858000"/>
                </a:lnTo>
                <a:lnTo>
                  <a:pt x="1787729" y="6585176"/>
                </a:lnTo>
                <a:cubicBezTo>
                  <a:pt x="75663" y="3731065"/>
                  <a:pt x="75663" y="3731065"/>
                  <a:pt x="75663" y="3731065"/>
                </a:cubicBezTo>
                <a:cubicBezTo>
                  <a:pt x="-25220" y="3558457"/>
                  <a:pt x="-25220" y="3299544"/>
                  <a:pt x="75663" y="3126935"/>
                </a:cubicBezTo>
                <a:cubicBezTo>
                  <a:pt x="1605724" y="576237"/>
                  <a:pt x="1892611" y="97981"/>
                  <a:pt x="1946402" y="830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Image result for thank you picture">
            <a:extLst>
              <a:ext uri="{FF2B5EF4-FFF2-40B4-BE49-F238E27FC236}">
                <a16:creationId xmlns:a16="http://schemas.microsoft.com/office/drawing/2014/main" id="{09BB319B-B7E5-A5FD-EE8F-6F2A3ACB8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16481" y="1369153"/>
            <a:ext cx="5498268" cy="411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68" name="Group 6167">
            <a:extLst>
              <a:ext uri="{FF2B5EF4-FFF2-40B4-BE49-F238E27FC236}">
                <a16:creationId xmlns:a16="http://schemas.microsoft.com/office/drawing/2014/main" id="{C32D4553-E775-4F16-9A6F-FED8D166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6169" name="Freeform 5">
              <a:extLst>
                <a:ext uri="{FF2B5EF4-FFF2-40B4-BE49-F238E27FC236}">
                  <a16:creationId xmlns:a16="http://schemas.microsoft.com/office/drawing/2014/main" id="{50F864A1-23CF-4954-887F-3C4458622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0" name="Freeform 5">
              <a:extLst>
                <a:ext uri="{FF2B5EF4-FFF2-40B4-BE49-F238E27FC236}">
                  <a16:creationId xmlns:a16="http://schemas.microsoft.com/office/drawing/2014/main" id="{8D313E8C-7457-407E-BDA5-EACA44D38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8753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455</TotalTime>
  <Words>1136</Words>
  <Application>Microsoft Office PowerPoint</Application>
  <PresentationFormat>Widescreen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Bahnschrift</vt:lpstr>
      <vt:lpstr>Calibri</vt:lpstr>
      <vt:lpstr>Calibri Light</vt:lpstr>
      <vt:lpstr>Times New Roman</vt:lpstr>
      <vt:lpstr>Wingdings</vt:lpstr>
      <vt:lpstr>Office Theme</vt:lpstr>
      <vt:lpstr>PowerPoint Presentation</vt:lpstr>
      <vt:lpstr>   PROJECT SUMMARY </vt:lpstr>
      <vt:lpstr>    Introduction </vt:lpstr>
      <vt:lpstr>    Scope</vt:lpstr>
      <vt:lpstr>    Motivation</vt:lpstr>
      <vt:lpstr>   Proposed Method</vt:lpstr>
      <vt:lpstr>   Module description</vt:lpstr>
      <vt:lpstr>   Sample Screenshots</vt:lpstr>
      <vt:lpstr>PowerPoint Presentation</vt:lpstr>
      <vt:lpstr>PowerPoint Presentation</vt:lpstr>
      <vt:lpstr>    Testing and Evaluation</vt:lpstr>
      <vt:lpstr>  Individual Team Members Contribution</vt:lpstr>
      <vt:lpstr>REFERNECE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Aman Singh</dc:creator>
  <cp:lastModifiedBy>Office</cp:lastModifiedBy>
  <cp:revision>32</cp:revision>
  <dcterms:created xsi:type="dcterms:W3CDTF">2022-04-21T11:05:15Z</dcterms:created>
  <dcterms:modified xsi:type="dcterms:W3CDTF">2025-04-15T17:54:24Z</dcterms:modified>
</cp:coreProperties>
</file>